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126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54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template as a small website with three HTML pages and one CSS file. The goal is for students to know what to edit and how changes appear in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each HTML page links to styles.css. Students can change one CSS file and see changes across the whole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the head and body. The head contains hidden page information. The body contains visible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visible page regions. Emphasize that they do not have to understand every line at once; they can start by changing content in the section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Clicking a menu item loads another HTML file in the same folder. If the filename in href is misspelled, the link will not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CSS syntax. Students should practice changing one value at a time, saving, then refreshing the browser to see the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layout as stacked blocks: header, navigation, main cards, footer. Mention the media query in styles.css makes navigation stack on small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low-risk path: replace placeholders first, then experiment with CSS colors and spacing.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class checklist. Remind students to save files before refreshing and to keep filenames exactly the same for links to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Frontiers Student Website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5819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872"/>
                </a:solidFill>
              </a:rPr>
              <a:t>How the web pages work and how CSS creates the layout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6656" y="2148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" y="22037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9072" y="2148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19072" y="22037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61488" y="214884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59F00"/>
          </a:solidFill>
          <a:ln w="12700">
            <a:solidFill>
              <a:srgbClr val="F59F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61488" y="22037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Layout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0" y="777240"/>
            <a:ext cx="4389120" cy="5212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49440" y="777240"/>
            <a:ext cx="4389120" cy="411480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14032" y="91440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96912" y="9144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79792" y="91440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26680" y="89611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872"/>
                </a:solidFill>
              </a:rPr>
              <a:t>student website preview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0" y="1417320"/>
            <a:ext cx="4023360" cy="7772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60920" y="16550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Welcome to My Website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2194560"/>
            <a:ext cx="4023360" cy="365760"/>
          </a:xfrm>
          <a:prstGeom prst="rect">
            <a:avLst/>
          </a:prstGeom>
          <a:solidFill>
            <a:srgbClr val="163D63"/>
          </a:solidFill>
          <a:ln w="12700">
            <a:solidFill>
              <a:srgbClr val="163D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23134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Home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823960" y="23134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About Me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058400" y="23134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My Town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452360" y="283464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35240" y="2944368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5F99"/>
                </a:solidFill>
              </a:rPr>
              <a:t>Home Page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3154680"/>
            <a:ext cx="30175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52360" y="3639312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35240" y="374904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5F99"/>
                </a:solidFill>
              </a:rPr>
              <a:t>My Favorite Things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35240" y="3959352"/>
            <a:ext cx="30175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52360" y="4443984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35240" y="455371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5F99"/>
                </a:solidFill>
              </a:rPr>
              <a:t>Picture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35240" y="4764024"/>
            <a:ext cx="30175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6656" y="6126480"/>
            <a:ext cx="9875520" cy="0"/>
          </a:xfrm>
          <a:prstGeom prst="line">
            <a:avLst/>
          </a:prstGeom>
          <a:noFill/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" y="62727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A beginner-friendly guide for editing the 3-page template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1</a:t>
            </a:r>
            <a:endParaRPr lang="en-US" sz="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has four main files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Students edit content in HTML and design in CSS.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" y="1536192"/>
            <a:ext cx="17647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index.html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Home page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14173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92424" y="1536192"/>
            <a:ext cx="17647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aboutme.html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About the student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4173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61304" y="1536192"/>
            <a:ext cx="17647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mytown.html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Town or city page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30184" y="1536192"/>
            <a:ext cx="203911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styles.css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Colors, fonts, spacing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2761488"/>
            <a:ext cx="2651760" cy="0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2761488"/>
            <a:ext cx="0" cy="0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37560" y="24231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83864" y="2542032"/>
            <a:ext cx="34564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All 3 HTML pages use the same CSS file.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That means one design can style the whole site.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38404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70432" y="3986784"/>
            <a:ext cx="4425696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href="styles.css"&gt;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4096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B34"/>
                </a:solidFill>
              </a:rPr>
              <a:t>This line connects the page to the CSS design file.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gives the page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The browser reads tags from top to bottom.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892040" cy="4937760"/>
          </a:xfrm>
          <a:prstGeom prst="roundRect">
            <a:avLst>
              <a:gd name="adj" fmla="val 1495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80744"/>
            <a:ext cx="4562856" cy="4681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&lt;title&gt;Home&lt;/title&gt;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&lt;link rel="stylesheet" href="styles.css"&gt;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&lt;header&gt;...&lt;/header&gt;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&lt;nav&gt;...&lt;/nav&gt;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&lt;main&gt;...&lt;/main&gt;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&lt;footer&gt;...&lt;/footer&gt;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47104" y="135331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head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Information about the page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47104" y="208483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body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Everything visitors can see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69748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47104" y="281635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header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Title and welcome message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42900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7104" y="354787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nav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Links to other pages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1605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47104" y="427939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main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Main student content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89204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47104" y="501091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footer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4"/>
                </a:solidFill>
              </a:rPr>
              <a:t>Bottom credit line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page uses the same layout sections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Students mostly edit text inside the cards.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754880" cy="48920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4754880" cy="411480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" y="12801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61872" y="12801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126187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872"/>
                </a:solidFill>
              </a:rPr>
              <a:t>index.html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4389120" cy="7772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20208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Welcome to My Website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4389120" cy="365760"/>
          </a:xfrm>
          <a:prstGeom prst="rect">
            <a:avLst/>
          </a:prstGeom>
          <a:solidFill>
            <a:srgbClr val="163D63"/>
          </a:solidFill>
          <a:ln w="12700">
            <a:solidFill>
              <a:srgbClr val="163D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26791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Home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06040" y="26791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About Me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0" y="26791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My Town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234440" y="320040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7320" y="331012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5F99"/>
                </a:solidFill>
              </a:rPr>
              <a:t>Home Page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17320" y="3520440"/>
            <a:ext cx="338328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34440" y="4005072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17320" y="4114800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5F99"/>
                </a:solidFill>
              </a:rPr>
              <a:t>My Favorite Things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17320" y="4325112"/>
            <a:ext cx="338328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34440" y="4809744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17320" y="4919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5F99"/>
                </a:solidFill>
              </a:rPr>
              <a:t>Picture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17320" y="5129784"/>
            <a:ext cx="338328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12344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47104" y="135331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header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13441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Page title and tagline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20574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47104" y="217627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nav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58200" y="21671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Menu links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28803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47104" y="299923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main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29900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Content area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370332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47104" y="382219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section.card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58200" y="3813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Reusable content blocks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45262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47104" y="464515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footer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46360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Credit at the bottom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89320" y="1325880"/>
            <a:ext cx="0" cy="4251960"/>
          </a:xfrm>
          <a:prstGeom prst="line">
            <a:avLst/>
          </a:prstGeom>
          <a:noFill/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5650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F00"/>
                </a:solidFill>
              </a:rPr>
              <a:t>Tip for students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0" y="59436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72"/>
                </a:solidFill>
              </a:rPr>
              <a:t>Replace the bracketed text like [Your Name] and [replace this].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4</a:t>
            </a:r>
            <a:endParaRPr lang="en-US" sz="8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Navigation connects the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The href attribute tells the browser which file to open.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0704" y="2542032"/>
            <a:ext cx="18562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index.html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Home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132588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9784" y="1444752"/>
            <a:ext cx="18562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aboutme.html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About 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052560" y="2423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98864" y="2542032"/>
            <a:ext cx="18562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mytown.html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My Town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15400" y="2944368"/>
            <a:ext cx="0" cy="0"/>
          </a:xfrm>
          <a:prstGeom prst="line">
            <a:avLst/>
          </a:prstGeom>
          <a:noFill/>
          <a:ln w="25400">
            <a:solidFill>
              <a:srgbClr val="1F5F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94560" y="416052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59152" y="4306824"/>
            <a:ext cx="7534656" cy="1207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href="index.html"&gt;Home&lt;/a&gt;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href="aboutme.html"&gt;About Me&lt;/a&gt;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href="mytown.html"&gt;My Town&lt;/a&gt;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E28E11-077A-8D88-E846-70425828A1AC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063240" y="1737360"/>
            <a:ext cx="1920240" cy="109728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6851DD-39D0-FD5C-5DB1-3EB5F40F4E4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7132320" y="1737360"/>
            <a:ext cx="1920240" cy="109728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D759DD-6EEC-DC52-7C68-E1CCF463B08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063240" y="2834640"/>
            <a:ext cx="598932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controls the look of the page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CSS rules are made of a selector, property, and value.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11233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472184"/>
            <a:ext cx="3602736" cy="2258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#1f5f99;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30px 20px;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389888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15584" y="1508760"/>
            <a:ext cx="1764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selector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which HTML part?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33172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15584" y="2450592"/>
            <a:ext cx="1764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property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what to change?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3273552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FFF8E6"/>
          </a:solidFill>
          <a:ln w="127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15584" y="3392424"/>
            <a:ext cx="1764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value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</a:rPr>
              <a:t>what setting?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563624"/>
            <a:ext cx="731520" cy="91440"/>
          </a:xfrm>
          <a:prstGeom prst="line">
            <a:avLst/>
          </a:prstGeom>
          <a:noFill/>
          <a:ln w="25400">
            <a:solidFill>
              <a:srgbClr val="1F5F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2496312"/>
            <a:ext cx="731520" cy="109728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3438144"/>
            <a:ext cx="731520" cy="128016"/>
          </a:xfrm>
          <a:prstGeom prst="line">
            <a:avLst/>
          </a:prstGeom>
          <a:noFill/>
          <a:ln w="25400">
            <a:solidFill>
              <a:srgbClr val="F59F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150876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75904" y="1627632"/>
            <a:ext cx="2633472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B34"/>
                </a:solidFill>
              </a:rPr>
              <a:t>Result in the browser: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B34"/>
                </a:solidFill>
              </a:rPr>
              <a:t>The header becomes blue, the text becomes white, and the content is centered.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4114800"/>
            <a:ext cx="2377440" cy="6858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0" y="4343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Header Example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CSS layout is simple and responsive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The page stays readable on large screens and phones.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47548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463040"/>
            <a:ext cx="4297680" cy="50292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1848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header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4297680" cy="320040"/>
          </a:xfrm>
          <a:prstGeom prst="rect">
            <a:avLst/>
          </a:prstGeom>
          <a:solidFill>
            <a:srgbClr val="163D63"/>
          </a:solidFill>
          <a:ln w="12700">
            <a:solidFill>
              <a:srgbClr val="163D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203704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nav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2770632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295351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F99"/>
                </a:solidFill>
              </a:rPr>
              <a:t>section.card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3520440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70332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F99"/>
                </a:solidFill>
              </a:rPr>
              <a:t>section.card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4270248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54480" y="445312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5F99"/>
                </a:solidFill>
              </a:rPr>
              <a:t>section.card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5394960"/>
            <a:ext cx="4297680" cy="320040"/>
          </a:xfrm>
          <a:prstGeom prst="rect">
            <a:avLst/>
          </a:prstGeom>
          <a:solidFill>
            <a:srgbClr val="163D63"/>
          </a:solidFill>
          <a:ln w="12700">
            <a:solidFill>
              <a:srgbClr val="163D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5495544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footer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123444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65392" y="1380744"/>
            <a:ext cx="4242816" cy="2852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900px;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25px auto;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 20px;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white;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480060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8E6"/>
          </a:solidFill>
          <a:ln w="127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9984" y="4919472"/>
            <a:ext cx="39593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B34"/>
                </a:solidFill>
              </a:rPr>
              <a:t>max-width keeps content from becoming too wide.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B34"/>
                </a:solidFill>
              </a:rPr>
              <a:t>margin auto centers the page.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B34"/>
                </a:solidFill>
              </a:rPr>
              <a:t>.card makes each section look like a clean block.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should edit first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Start with the text, then customize the design.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335024"/>
            <a:ext cx="4700016" cy="1755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 name is &lt;strong&gt;[Your Name]&lt;/strong&gt;.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website is about me, my interests,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my town.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46520" y="14173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92824" y="1536192"/>
            <a:ext cx="382219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Replace bracketed 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Name]  →  Alex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[Town or City Name]  →  Worcester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[replace this]  →  your own sentence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11233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4032504"/>
            <a:ext cx="4700016" cy="1344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#f4f7fb;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#1f5f99;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39776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92824" y="4096512"/>
            <a:ext cx="382219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B34"/>
                </a:solidFill>
              </a:rPr>
              <a:t>Then try small CSS changes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4617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B34"/>
                </a:solidFill>
              </a:rPr>
              <a:t>Change one color, one font size, or one paragraph.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B34"/>
                </a:solidFill>
              </a:rPr>
              <a:t>Save the file. Refresh the browser.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workflow: edit, save,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872"/>
                </a:solidFill>
              </a:rPr>
              <a:t>A simple cycle for building the website.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640080" cy="640080"/>
          </a:xfrm>
          <a:prstGeom prst="ellipse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210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Open the folder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Keep all HTML and CSS files together.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1417320"/>
            <a:ext cx="640080" cy="64008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188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7238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Edit one file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Change text or CSS values.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1417320"/>
            <a:ext cx="640080" cy="64008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6636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1266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Save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Use Ctrl+S often.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640080" cy="64008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9244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0664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5294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Refresh browser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Use Ctrl+R or the refresh button.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332720" y="1417320"/>
            <a:ext cx="640080" cy="64008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3272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4692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9322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Test links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B34"/>
                </a:solidFill>
              </a:rPr>
              <a:t>Click Home, About Me, and My Town.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103120" y="1737360"/>
            <a:ext cx="777240" cy="0"/>
          </a:xfrm>
          <a:prstGeom prst="line">
            <a:avLst/>
          </a:prstGeom>
          <a:noFill/>
          <a:ln w="25400">
            <a:solidFill>
              <a:srgbClr val="5B687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43400" y="1737360"/>
            <a:ext cx="777240" cy="0"/>
          </a:xfrm>
          <a:prstGeom prst="line">
            <a:avLst/>
          </a:prstGeom>
          <a:noFill/>
          <a:ln w="25400">
            <a:solidFill>
              <a:srgbClr val="5B687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83680" y="1737360"/>
            <a:ext cx="777240" cy="0"/>
          </a:xfrm>
          <a:prstGeom prst="line">
            <a:avLst/>
          </a:prstGeom>
          <a:noFill/>
          <a:ln w="25400">
            <a:solidFill>
              <a:srgbClr val="5B687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23960" y="1737360"/>
            <a:ext cx="777240" cy="0"/>
          </a:xfrm>
          <a:prstGeom prst="line">
            <a:avLst/>
          </a:prstGeom>
          <a:noFill/>
          <a:ln w="25400">
            <a:solidFill>
              <a:srgbClr val="5B687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920240" y="46177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8E6"/>
          </a:solidFill>
          <a:ln w="127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66544" y="4736592"/>
            <a:ext cx="811987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B34"/>
                </a:solidFill>
              </a:rPr>
              <a:t>Final challenge: add one picture, one list, and one new color to personalize the site.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C8B"/>
                </a:solidFill>
              </a:rPr>
              <a:t>Frontiers web pages | 9</a:t>
            </a:r>
            <a:endParaRPr lang="en-US" sz="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1074</Words>
  <Application>Microsoft Office PowerPoint</Application>
  <PresentationFormat>Widescreen</PresentationFormat>
  <Paragraphs>204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Launch Web Pages Work</dc:title>
  <dc:subject>Launch student web page template explanation</dc:subject>
  <dc:creator>OpenAI</dc:creator>
  <cp:lastModifiedBy>Hao Loi</cp:lastModifiedBy>
  <cp:revision>2</cp:revision>
  <dcterms:created xsi:type="dcterms:W3CDTF">2026-06-21T15:46:31Z</dcterms:created>
  <dcterms:modified xsi:type="dcterms:W3CDTF">2026-07-05T16:19:42Z</dcterms:modified>
</cp:coreProperties>
</file>